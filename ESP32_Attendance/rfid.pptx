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8" r:id="rId9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/ZSpQfJIE0zgV/D9/u7Mrf1bG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2237894" y="1561353"/>
            <a:ext cx="8115300" cy="245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CSA4101</a:t>
            </a:r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CSA4101</a:t>
            </a:r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CSA4101</a:t>
            </a:r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CSA4101</a:t>
            </a:r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CSA4101</a:t>
            </a:r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2237894" y="1561353"/>
            <a:ext cx="8115300" cy="245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IN"/>
              <a:t>CSA4101</a:t>
            </a:r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jp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/>
        </p:nvSpPr>
        <p:spPr>
          <a:xfrm>
            <a:off x="8608627" y="4817058"/>
            <a:ext cx="3040822" cy="131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8725" rIns="0" bIns="0" anchor="t" anchorCtr="0">
            <a:spAutoFit/>
          </a:bodyPr>
          <a:lstStyle/>
          <a:p>
            <a:pPr marL="1714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Presented by: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HARI PRASAD L S</a:t>
            </a:r>
          </a:p>
          <a:p>
            <a:pPr marL="1270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(192413023)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304800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3194" y="238135"/>
            <a:ext cx="1520113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>
            <a:spLocks noGrp="1"/>
          </p:cNvSpPr>
          <p:nvPr>
            <p:ph type="body" idx="1"/>
          </p:nvPr>
        </p:nvSpPr>
        <p:spPr>
          <a:xfrm>
            <a:off x="2237894" y="1561353"/>
            <a:ext cx="8115300" cy="3046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975" rIns="0" bIns="0" anchor="t" anchorCtr="0">
            <a:spAutoFit/>
          </a:bodyPr>
          <a:lstStyle/>
          <a:p>
            <a:pPr marL="0" marR="8134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Capstone project presentation</a:t>
            </a:r>
            <a:endParaRPr dirty="0"/>
          </a:p>
          <a:p>
            <a:pPr marL="0" marR="813435" lvl="0" indent="0" algn="ctr" rtl="0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SMART ATTENDENCE TRACKER USING RFID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spcBef>
                <a:spcPts val="35"/>
              </a:spcBef>
            </a:pPr>
            <a:r>
              <a:rPr lang="en-IN" b="1" dirty="0"/>
              <a:t>CSA4101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b="1" dirty="0"/>
              <a:t>Internet of Things for Beginners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1060520" y="4919055"/>
            <a:ext cx="2522855" cy="1520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Times New Roman"/>
                <a:ea typeface="Times New Roman"/>
                <a:cs typeface="Times New Roman"/>
                <a:sym typeface="Times New Roman"/>
              </a:rPr>
              <a:t>Guided By :</a:t>
            </a:r>
            <a:endParaRPr sz="2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Dr. B. Prabakaran &amp;</a:t>
            </a:r>
          </a:p>
          <a:p>
            <a:pPr marL="1270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Dr. Geetha R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2514661" y="600497"/>
            <a:ext cx="6839987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123315" marR="5080" lvl="0" indent="-11112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SAVEETHA INSTITUTE OF MEDICAL AND TECHNICAL SCIENCES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" name="Google Shape;54;p1" descr="A family standing next to a solar water pump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 t="20000" b="23333"/>
          <a:stretch/>
        </p:blipFill>
        <p:spPr>
          <a:xfrm>
            <a:off x="2237894" y="-5542125"/>
            <a:ext cx="7161587" cy="31958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6C8A62-D133-3AC7-0EF9-DA3C0703D6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CSA4101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DCC2F8-0601-3A4F-CEAB-7FC39F5683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9924" y="71046"/>
            <a:ext cx="1520113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CSA4101</a:t>
            </a:r>
            <a:endParaRPr dirty="0"/>
          </a:p>
        </p:txBody>
      </p:sp>
      <p:sp>
        <p:nvSpPr>
          <p:cNvPr id="63" name="Google Shape;63;p2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9535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5" name="Google Shape;65;p2" descr="Image of 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67" name="Google Shape;67;p2" descr="Solar energy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106326" y="2477852"/>
            <a:ext cx="782153" cy="782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" descr="Pump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487400" y="2517159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2" descr="Gas pump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1894865" y="509507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Rural area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515003" y="4944479"/>
            <a:ext cx="677758" cy="67775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-8216854" y="2389549"/>
            <a:ext cx="5129582" cy="103496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54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highlight>
                <a:srgbClr val="C0C0C0"/>
              </a:highlight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-8170555" y="4944479"/>
            <a:ext cx="5129582" cy="103496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54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highlight>
                <a:srgbClr val="C0C0C0"/>
              </a:highlight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16419117" y="2167994"/>
            <a:ext cx="5129582" cy="103496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54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highlight>
                <a:srgbClr val="C0C0C0"/>
              </a:highlight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6461095" y="4574739"/>
            <a:ext cx="5129582" cy="103496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54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highlight>
                <a:srgbClr val="C0C0C0"/>
              </a:highlight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550834" y="7492487"/>
            <a:ext cx="1165305" cy="1054328"/>
          </a:xfrm>
          <a:prstGeom prst="ellipse">
            <a:avLst/>
          </a:prstGeom>
          <a:solidFill>
            <a:srgbClr val="DDD9C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665747" y="-2698277"/>
            <a:ext cx="1165305" cy="1054328"/>
          </a:xfrm>
          <a:prstGeom prst="ellipse">
            <a:avLst/>
          </a:prstGeom>
          <a:solidFill>
            <a:srgbClr val="DDD9C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613348" y="8781015"/>
            <a:ext cx="1165305" cy="1054328"/>
          </a:xfrm>
          <a:prstGeom prst="ellipse">
            <a:avLst/>
          </a:prstGeom>
          <a:solidFill>
            <a:srgbClr val="DDD9C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665747" y="-1541102"/>
            <a:ext cx="1165305" cy="1054328"/>
          </a:xfrm>
          <a:prstGeom prst="ellipse">
            <a:avLst/>
          </a:prstGeom>
          <a:solidFill>
            <a:srgbClr val="DDD9C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476910-6454-BF07-094E-AC2CA81E14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1151" y="1241428"/>
            <a:ext cx="9473419" cy="5023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936E39-74D8-3C5B-73B8-B17F026523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912284" y="2812203"/>
            <a:ext cx="689068" cy="11932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F25CC0-E495-5E2E-8D76-8280D81E5FDE}"/>
              </a:ext>
            </a:extLst>
          </p:cNvPr>
          <p:cNvSpPr txBox="1"/>
          <p:nvPr/>
        </p:nvSpPr>
        <p:spPr>
          <a:xfrm>
            <a:off x="4271080" y="321677"/>
            <a:ext cx="32592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C53493-B1A6-5D7A-F552-46A07FDA6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857" y="540769"/>
            <a:ext cx="10905165" cy="5776461"/>
          </a:xfrm>
          <a:prstGeom prst="rect">
            <a:avLst/>
          </a:prstGeom>
        </p:spPr>
      </p:pic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0FC72019-254F-F4A9-9B4C-5FCEF2E8E19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59" y="133487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1;p2">
            <a:extLst>
              <a:ext uri="{FF2B5EF4-FFF2-40B4-BE49-F238E27FC236}">
                <a16:creationId xmlns:a16="http://schemas.microsoft.com/office/drawing/2014/main" id="{D0F3AE5E-98E4-CCB5-90FE-8F944551A22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22323" y="28717"/>
            <a:ext cx="1293817" cy="11670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06DB47-4FF6-C6BD-1CCF-74ABDC743C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CSA4101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F2532-6AB7-19B2-8B1D-A82A374AEB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733D30-8ED5-789C-790B-BB8977357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44248"/>
            <a:ext cx="9814560" cy="6159752"/>
          </a:xfrm>
          <a:prstGeom prst="rect">
            <a:avLst/>
          </a:prstGeom>
        </p:spPr>
      </p:pic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BDF7E785-1DC9-A66B-C44D-1ACD7D2446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59" y="133487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1;p2">
            <a:extLst>
              <a:ext uri="{FF2B5EF4-FFF2-40B4-BE49-F238E27FC236}">
                <a16:creationId xmlns:a16="http://schemas.microsoft.com/office/drawing/2014/main" id="{96F27936-A51E-2B91-5E8D-6977EF7F42C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22323" y="28717"/>
            <a:ext cx="1293817" cy="11670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355A48-9D52-9F48-2198-ADB82DEEC8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CSA4101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882886-012B-22AD-7692-349FDD63A7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7C5A32-F09D-7A1A-E3DB-27B4A2D04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578872"/>
            <a:ext cx="9112619" cy="6102273"/>
          </a:xfrm>
          <a:prstGeom prst="rect">
            <a:avLst/>
          </a:prstGeom>
        </p:spPr>
      </p:pic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EE911506-3323-DF0A-DFBD-A57A918EC2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59" y="133487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1;p2">
            <a:extLst>
              <a:ext uri="{FF2B5EF4-FFF2-40B4-BE49-F238E27FC236}">
                <a16:creationId xmlns:a16="http://schemas.microsoft.com/office/drawing/2014/main" id="{987F8F64-D1FE-C88D-8F54-9BAA0B4BC9D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22323" y="28717"/>
            <a:ext cx="1293817" cy="11670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D76BB1-CA51-BFA3-83E6-1366AB5E9F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CSA4101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50B956-E667-A892-C8A7-F4B9D596EA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77D095-D2E1-78A3-FC8E-0D82CFC46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151" y="827797"/>
            <a:ext cx="8977138" cy="5608806"/>
          </a:xfrm>
          <a:prstGeom prst="rect">
            <a:avLst/>
          </a:prstGeom>
        </p:spPr>
      </p:pic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2B120E53-4931-7A2E-7144-CCED69BB85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59" y="133487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1;p2">
            <a:extLst>
              <a:ext uri="{FF2B5EF4-FFF2-40B4-BE49-F238E27FC236}">
                <a16:creationId xmlns:a16="http://schemas.microsoft.com/office/drawing/2014/main" id="{9D122A1A-4E57-E440-D49E-9B6D08D86A8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22323" y="28717"/>
            <a:ext cx="1293817" cy="11670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E5CC33-70D6-BC33-EDA0-C27DAA6EF2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CSA4101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606BE8-2161-B778-E683-A0E91E17A1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825" rIns="0" bIns="0" anchor="t" anchorCtr="0">
            <a:spAutoFit/>
          </a:bodyPr>
          <a:lstStyle/>
          <a:p>
            <a:pPr marL="17538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CIRCUIT DIAGRAM</a:t>
            </a:r>
            <a:endParaRPr/>
          </a:p>
        </p:txBody>
      </p:sp>
      <p:pic>
        <p:nvPicPr>
          <p:cNvPr id="191" name="Google Shape;19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3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 txBox="1"/>
          <p:nvPr/>
        </p:nvSpPr>
        <p:spPr>
          <a:xfrm>
            <a:off x="682625" y="6466777"/>
            <a:ext cx="7600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24/11/2025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CSA4101</a:t>
            </a:r>
            <a:endParaRPr/>
          </a:p>
        </p:txBody>
      </p:sp>
      <p:sp>
        <p:nvSpPr>
          <p:cNvPr id="195" name="Google Shape;195;p8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9535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6DD48D-DB81-0EBD-6174-1117FC2BD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0022" y="1534509"/>
            <a:ext cx="7183120" cy="40405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62286" y="393171"/>
            <a:ext cx="1520113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501648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26102" y="2057874"/>
            <a:ext cx="7858920" cy="373155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3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CSA4101</a:t>
            </a:r>
            <a:endParaRPr/>
          </a:p>
        </p:txBody>
      </p:sp>
      <p:sp>
        <p:nvSpPr>
          <p:cNvPr id="281" name="Google Shape;281;p13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67</Words>
  <Application>Microsoft Office PowerPoint</Application>
  <PresentationFormat>Widescreen</PresentationFormat>
  <Paragraphs>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CIRCUIT DIAGRAM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 PRASAD L S</dc:creator>
  <cp:lastModifiedBy>HARI PRASAD L S</cp:lastModifiedBy>
  <cp:revision>5</cp:revision>
  <dcterms:created xsi:type="dcterms:W3CDTF">2025-11-16T12:01:39Z</dcterms:created>
  <dcterms:modified xsi:type="dcterms:W3CDTF">2026-01-22T05:03:09Z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2025-11-16T00:00:00Z</vt:filetime>
  </property>
</Properties>
</file>