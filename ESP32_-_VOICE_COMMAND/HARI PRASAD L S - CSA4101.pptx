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9" r:id="rId6"/>
    <p:sldId id="260" r:id="rId7"/>
    <p:sldId id="262" r:id="rId8"/>
    <p:sldId id="263" r:id="rId9"/>
    <p:sldId id="266" r:id="rId10"/>
    <p:sldId id="268" r:id="rId11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/ZSpQfJIE0zgV/D9/u7Mrf1bG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E5F4936D-4CBD-2B1C-386A-3410BB0AC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64DC54F-CA2E-8414-189A-C8502026A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>
            <a:extLst>
              <a:ext uri="{FF2B5EF4-FFF2-40B4-BE49-F238E27FC236}">
                <a16:creationId xmlns:a16="http://schemas.microsoft.com/office/drawing/2014/main" id="{0EC6C443-CA49-8E3F-A7BA-7E72A4B105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5007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2237894" y="1561353"/>
            <a:ext cx="8115300" cy="245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2237894" y="1561353"/>
            <a:ext cx="8115300" cy="245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IN"/>
              <a:t>CSA4101</a:t>
            </a:r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8608627" y="4938134"/>
            <a:ext cx="3040822" cy="131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725" rIns="0" bIns="0" anchor="t" anchorCtr="0">
            <a:spAutoFit/>
          </a:bodyPr>
          <a:lstStyle/>
          <a:p>
            <a:pPr marL="171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Presented by: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 PRASAD L S</a:t>
            </a:r>
            <a:endParaRPr dirty="0"/>
          </a:p>
          <a:p>
            <a:pPr marL="1270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(192413023)</a:t>
            </a: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04800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3194" y="238135"/>
            <a:ext cx="1520113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>
            <a:spLocks noGrp="1"/>
          </p:cNvSpPr>
          <p:nvPr>
            <p:ph type="body" idx="1"/>
          </p:nvPr>
        </p:nvSpPr>
        <p:spPr>
          <a:xfrm>
            <a:off x="2237894" y="1561353"/>
            <a:ext cx="8115300" cy="3046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975" rIns="0" bIns="0" anchor="t" anchorCtr="0">
            <a:spAutoFit/>
          </a:bodyPr>
          <a:lstStyle/>
          <a:p>
            <a:pPr marL="0" marR="8134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Capstone project presentation</a:t>
            </a:r>
            <a:endParaRPr dirty="0"/>
          </a:p>
          <a:p>
            <a:pPr marL="0" marR="813435" lvl="0" indent="0" algn="ctr" rtl="0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/>
            <a:r>
              <a:rPr lang="en-US" sz="3200" b="1" dirty="0"/>
              <a:t>IoT-Integrated Control System for Actuators and Lighting using ESP32 Microcontroller</a:t>
            </a:r>
          </a:p>
          <a:p>
            <a:pPr marL="0" lvl="0" indent="0" algn="ctr"/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spcBef>
                <a:spcPts val="35"/>
              </a:spcBef>
            </a:pPr>
            <a:r>
              <a:rPr lang="en-IN" b="1" dirty="0"/>
              <a:t>CSA4101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b="1" dirty="0"/>
              <a:t>Internet of Things for Beginners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060520" y="4919055"/>
            <a:ext cx="2522855" cy="152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Times New Roman"/>
                <a:ea typeface="Times New Roman"/>
                <a:cs typeface="Times New Roman"/>
                <a:sym typeface="Times New Roman"/>
              </a:rPr>
              <a:t>Guided By :</a:t>
            </a: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Dr. B. Prabakaran &amp;</a:t>
            </a:r>
          </a:p>
          <a:p>
            <a:pPr marL="1270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Dr. Geetha R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2514661" y="600497"/>
            <a:ext cx="6839987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123315" marR="5080" lvl="0" indent="-11112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SAVEETHA INSTITUTE OF MEDICAL AND TECHNICAL SCIENCES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" name="Google Shape;54;p1" descr="A family standing next to a solar water pump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t="20000" b="23333"/>
          <a:stretch/>
        </p:blipFill>
        <p:spPr>
          <a:xfrm>
            <a:off x="2237894" y="-5542125"/>
            <a:ext cx="7161587" cy="31958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6E311B-D105-59DA-DC63-057DCEE25E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CSA4101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166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150" rIns="0" bIns="0" anchor="t" anchorCtr="0">
            <a:spAutoFit/>
          </a:bodyPr>
          <a:lstStyle/>
          <a:p>
            <a:pPr algn="ctr"/>
            <a:r>
              <a:rPr lang="en-IN" dirty="0"/>
              <a:t>INTRODUCTION</a:t>
            </a:r>
            <a:br>
              <a:rPr lang="en-IN" dirty="0"/>
            </a:br>
            <a:br>
              <a:rPr lang="en-IN" b="0" dirty="0"/>
            </a:br>
            <a:endParaRPr dirty="0"/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3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CSA4101</a:t>
            </a:r>
            <a:endParaRPr dirty="0"/>
          </a:p>
        </p:txBody>
      </p:sp>
      <p:sp>
        <p:nvSpPr>
          <p:cNvPr id="65" name="Google Shape;65;p2" descr="Image of 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67" name="Google Shape;67;p2" descr="Solar energy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106326" y="2477852"/>
            <a:ext cx="782153" cy="782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" descr="Pump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487400" y="2517159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" descr="Gas pump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1894865" y="509507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Rural area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515003" y="4944479"/>
            <a:ext cx="677758" cy="67775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-8216854" y="2389549"/>
            <a:ext cx="5129582" cy="103496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54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highlight>
                <a:srgbClr val="C0C0C0"/>
              </a:highlight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-8170555" y="4944479"/>
            <a:ext cx="5129582" cy="103496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54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highlight>
                <a:srgbClr val="C0C0C0"/>
              </a:highlight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6419117" y="2167994"/>
            <a:ext cx="5129582" cy="103496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54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highlight>
                <a:srgbClr val="C0C0C0"/>
              </a:highlight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6461095" y="4574739"/>
            <a:ext cx="5129582" cy="103496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54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highlight>
                <a:srgbClr val="C0C0C0"/>
              </a:highlight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550834" y="7492487"/>
            <a:ext cx="1165305" cy="1054328"/>
          </a:xfrm>
          <a:prstGeom prst="ellipse">
            <a:avLst/>
          </a:prstGeom>
          <a:solidFill>
            <a:srgbClr val="DDD9C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665747" y="-2698277"/>
            <a:ext cx="1165305" cy="1054328"/>
          </a:xfrm>
          <a:prstGeom prst="ellipse">
            <a:avLst/>
          </a:prstGeom>
          <a:solidFill>
            <a:srgbClr val="DDD9C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613348" y="8781015"/>
            <a:ext cx="1165305" cy="1054328"/>
          </a:xfrm>
          <a:prstGeom prst="ellipse">
            <a:avLst/>
          </a:prstGeom>
          <a:solidFill>
            <a:srgbClr val="DDD9C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665747" y="-1541102"/>
            <a:ext cx="1165305" cy="1054328"/>
          </a:xfrm>
          <a:prstGeom prst="ellipse">
            <a:avLst/>
          </a:prstGeom>
          <a:solidFill>
            <a:srgbClr val="DDD9C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CA99C-AA33-EA72-DF04-D24F75ABB34A}"/>
              </a:ext>
            </a:extLst>
          </p:cNvPr>
          <p:cNvSpPr txBox="1"/>
          <p:nvPr/>
        </p:nvSpPr>
        <p:spPr>
          <a:xfrm>
            <a:off x="357352" y="2353654"/>
            <a:ext cx="1185407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enables smart control of devices over the internet.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automation is one of the most important applications of IoT.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 smart system to control a light and a motor using: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using an ESP32 microcontroller.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52327-2D5F-82AD-E9DA-D1F5C7B1D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31" y="571427"/>
            <a:ext cx="10849337" cy="6094946"/>
          </a:xfrm>
          <a:prstGeom prst="rect">
            <a:avLst/>
          </a:prstGeom>
        </p:spPr>
      </p:pic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38E08A34-F73F-A127-DD12-AEDCC4EE05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352" y="191627"/>
            <a:ext cx="863538" cy="100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1;p2">
            <a:extLst>
              <a:ext uri="{FF2B5EF4-FFF2-40B4-BE49-F238E27FC236}">
                <a16:creationId xmlns:a16="http://schemas.microsoft.com/office/drawing/2014/main" id="{3DBDE648-40E1-8C6B-E04B-9462CAF94FD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14232" y="191627"/>
            <a:ext cx="1156424" cy="100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B8BB56-D4EC-063C-96E7-676805475C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792400" y="-3737824"/>
            <a:ext cx="3358505" cy="65015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379316-6C9A-714C-128E-60D64A95B955}"/>
              </a:ext>
            </a:extLst>
          </p:cNvPr>
          <p:cNvSpPr txBox="1"/>
          <p:nvPr/>
        </p:nvSpPr>
        <p:spPr>
          <a:xfrm>
            <a:off x="3828192" y="498692"/>
            <a:ext cx="42082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1905C7-7445-5680-D528-74AFECBE9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71" y="521380"/>
            <a:ext cx="10337815" cy="6336620"/>
          </a:xfrm>
          <a:prstGeom prst="rect">
            <a:avLst/>
          </a:prstGeom>
        </p:spPr>
      </p:pic>
      <p:pic>
        <p:nvPicPr>
          <p:cNvPr id="4" name="Google Shape;60;p2">
            <a:extLst>
              <a:ext uri="{FF2B5EF4-FFF2-40B4-BE49-F238E27FC236}">
                <a16:creationId xmlns:a16="http://schemas.microsoft.com/office/drawing/2014/main" id="{0F51378B-1958-8320-8504-8500F90704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9605" y="133754"/>
            <a:ext cx="823266" cy="102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1;p2">
            <a:extLst>
              <a:ext uri="{FF2B5EF4-FFF2-40B4-BE49-F238E27FC236}">
                <a16:creationId xmlns:a16="http://schemas.microsoft.com/office/drawing/2014/main" id="{DE696BFD-955D-DA9D-93E1-7B8AD6690B5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75219" y="133754"/>
            <a:ext cx="1102493" cy="102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1DBE7B-29AE-1194-71F1-37D6935F0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845937" y="-3459105"/>
            <a:ext cx="3358505" cy="65015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0A541A-A9EE-6AC2-DD41-D6C3E229D9CD}"/>
              </a:ext>
            </a:extLst>
          </p:cNvPr>
          <p:cNvSpPr txBox="1"/>
          <p:nvPr/>
        </p:nvSpPr>
        <p:spPr>
          <a:xfrm>
            <a:off x="2236009" y="572695"/>
            <a:ext cx="7318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24F1902-F658-C7B4-7E79-CFC40CE13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0613EA-9FBE-D835-88B7-DBCF920C2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8" y="1458410"/>
            <a:ext cx="12128162" cy="47224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DF8DC0-CA54-0BA2-5EF9-27478A5E3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502015" y="-3307632"/>
            <a:ext cx="3358505" cy="8362534"/>
          </a:xfrm>
          <a:prstGeom prst="rect">
            <a:avLst/>
          </a:prstGeom>
        </p:spPr>
      </p:pic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00815453-49BE-9CA6-C139-654815E186C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9605" y="133754"/>
            <a:ext cx="823266" cy="102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1;p2">
            <a:extLst>
              <a:ext uri="{FF2B5EF4-FFF2-40B4-BE49-F238E27FC236}">
                <a16:creationId xmlns:a16="http://schemas.microsoft.com/office/drawing/2014/main" id="{0C5310BB-41E9-6284-FEB9-11163F31A67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75219" y="133754"/>
            <a:ext cx="1102493" cy="10237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8BF9FD-95DC-4BDD-1DA3-47AEF877D1C9}"/>
              </a:ext>
            </a:extLst>
          </p:cNvPr>
          <p:cNvSpPr txBox="1"/>
          <p:nvPr/>
        </p:nvSpPr>
        <p:spPr>
          <a:xfrm>
            <a:off x="2066692" y="896535"/>
            <a:ext cx="8058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STACK AND TECHNOLOGIES</a:t>
            </a:r>
          </a:p>
        </p:txBody>
      </p:sp>
    </p:spTree>
    <p:extLst>
      <p:ext uri="{BB962C8B-B14F-4D97-AF65-F5344CB8AC3E}">
        <p14:creationId xmlns:p14="http://schemas.microsoft.com/office/powerpoint/2010/main" val="297025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34652B-6618-99C0-B7CE-29D6BBEA8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839" y="1251878"/>
            <a:ext cx="7952802" cy="5606122"/>
          </a:xfrm>
          <a:prstGeom prst="rect">
            <a:avLst/>
          </a:prstGeom>
        </p:spPr>
      </p:pic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4E56891B-F7A0-78D0-6870-B448250FDB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9605" y="133754"/>
            <a:ext cx="823266" cy="102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1;p2">
            <a:extLst>
              <a:ext uri="{FF2B5EF4-FFF2-40B4-BE49-F238E27FC236}">
                <a16:creationId xmlns:a16="http://schemas.microsoft.com/office/drawing/2014/main" id="{0305E53A-B522-FC31-B020-317A6BE8E68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75219" y="133754"/>
            <a:ext cx="1102493" cy="10237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509F43-E640-9C38-BF94-49874728CC60}"/>
              </a:ext>
            </a:extLst>
          </p:cNvPr>
          <p:cNvSpPr txBox="1"/>
          <p:nvPr/>
        </p:nvSpPr>
        <p:spPr>
          <a:xfrm>
            <a:off x="3234813" y="353224"/>
            <a:ext cx="61109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WORKING PRINCIPAL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625" rIns="0" bIns="0" anchor="t" anchorCtr="0">
            <a:spAutoFit/>
          </a:bodyPr>
          <a:lstStyle/>
          <a:p>
            <a:pPr marL="2311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DESIGN/ BLOCK DIAGRAM</a:t>
            </a:r>
            <a:endParaRPr/>
          </a:p>
        </p:txBody>
      </p:sp>
      <p:pic>
        <p:nvPicPr>
          <p:cNvPr id="179" name="Google Shape;17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3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CSA4101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63D7E-FB31-4C05-C681-74082C5FE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7177" y="1281103"/>
            <a:ext cx="8000701" cy="50079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825" rIns="0" bIns="0" anchor="t" anchorCtr="0">
            <a:spAutoFit/>
          </a:bodyPr>
          <a:lstStyle/>
          <a:p>
            <a:pPr marL="17538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CIRCUIT DIAGRAM</a:t>
            </a:r>
            <a:endParaRPr/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3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CSA4101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5E3B0F-D194-F44A-5162-7FAC7D1C6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3557" y="1361843"/>
            <a:ext cx="8070887" cy="48464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8150" rIns="0" bIns="0" anchor="t" anchorCtr="0">
            <a:spAutoFit/>
          </a:bodyPr>
          <a:lstStyle/>
          <a:p>
            <a:pPr marL="2749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&amp; FUTURE SCOPE</a:t>
            </a:r>
            <a:endParaRPr dirty="0"/>
          </a:p>
        </p:txBody>
      </p:sp>
      <p:pic>
        <p:nvPicPr>
          <p:cNvPr id="253" name="Google Shape;25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3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CSA4101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D197D-CAC0-2EB7-A773-0E77D6B91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986" y="1279820"/>
            <a:ext cx="6160974" cy="5062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41C2C7-2F23-7350-D6A1-AD516EFB4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3578" y="3139669"/>
            <a:ext cx="1754735" cy="13428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877017-1DB4-75F1-3636-9E357F8E5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6911" y="4729665"/>
            <a:ext cx="1681402" cy="1413526"/>
          </a:xfrm>
          <a:prstGeom prst="rect">
            <a:avLst/>
          </a:prstGeom>
        </p:spPr>
      </p:pic>
      <p:pic>
        <p:nvPicPr>
          <p:cNvPr id="2052" name="Picture 4" descr="Talent management ">
            <a:extLst>
              <a:ext uri="{FF2B5EF4-FFF2-40B4-BE49-F238E27FC236}">
                <a16:creationId xmlns:a16="http://schemas.microsoft.com/office/drawing/2014/main" id="{11BDEFB6-DAB7-C629-0598-1A954E7C9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345" y="153450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2286" y="393171"/>
            <a:ext cx="1520113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501648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26102" y="2057874"/>
            <a:ext cx="7858920" cy="373155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CSA4101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139</Words>
  <Application>Microsoft Office PowerPoint</Application>
  <PresentationFormat>Widescreen</PresentationFormat>
  <Paragraphs>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INTRODUCTION  </vt:lpstr>
      <vt:lpstr>PowerPoint Presentation</vt:lpstr>
      <vt:lpstr>PowerPoint Presentation</vt:lpstr>
      <vt:lpstr>PowerPoint Presentation</vt:lpstr>
      <vt:lpstr>PowerPoint Presentation</vt:lpstr>
      <vt:lpstr>SYSTEM DESIGN/ BLOCK DIAGRAM</vt:lpstr>
      <vt:lpstr>CIRCUIT DIAGRAM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 PRASAD L S</dc:creator>
  <cp:lastModifiedBy>HARI PRASAD L S</cp:lastModifiedBy>
  <cp:revision>6</cp:revision>
  <dcterms:created xsi:type="dcterms:W3CDTF">2025-11-16T12:01:39Z</dcterms:created>
  <dcterms:modified xsi:type="dcterms:W3CDTF">2026-01-23T02:47:15Z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2025-11-16T00:00:00Z</vt:filetime>
  </property>
</Properties>
</file>